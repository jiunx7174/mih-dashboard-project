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>
        <p:scale>
          <a:sx n="75" d="100"/>
          <a:sy n="75" d="100"/>
        </p:scale>
        <p:origin x="6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5394-4385-75CB-F573-3D81D744D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1C047-3745-9002-111E-C10598400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0119E-8E6E-B19C-DA66-9A310C98A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EF0F-3B51-4044-A0D0-962DB77B3801}" type="datetimeFigureOut">
              <a:rPr lang="en-ID" smtClean="0"/>
              <a:t>17/12/2023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C526F-D710-6B7E-5CD3-60B2E5498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FACB5-165A-18E4-C300-EFC3EC66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17F1-8D88-4309-9E96-F4967AB932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8634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57D5E-FF58-E641-6216-C58193713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3F1D6-AD48-A6D4-DCAD-41760293C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8CF58-9A36-8991-3FBE-05F57A060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EF0F-3B51-4044-A0D0-962DB77B3801}" type="datetimeFigureOut">
              <a:rPr lang="en-ID" smtClean="0"/>
              <a:t>17/12/2023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AFF88-EDE7-5FD8-9BCA-905DE0B3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54DDF-CEE2-FF9A-D23E-8BB8D3D5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17F1-8D88-4309-9E96-F4967AB932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727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91E7-1C47-19B7-8644-42978386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D8C35-FED8-DCDA-6D34-58ED430FA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9594C-CA22-5296-53BE-E66812EED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EF0F-3B51-4044-A0D0-962DB77B3801}" type="datetimeFigureOut">
              <a:rPr lang="en-ID" smtClean="0"/>
              <a:t>17/12/2023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23D3D-8305-3E33-2479-014DB101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713D4-4D22-E29E-FF8E-96748F1D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17F1-8D88-4309-9E96-F4967AB932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6759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5033-DE91-4AAF-F8BC-597E28A95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AD1D7-7C2F-020D-0E7B-FB23A85D2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85B492-3404-51B0-E4EE-EC7F56799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97307-568E-A749-9DFE-413BBD18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EF0F-3B51-4044-A0D0-962DB77B3801}" type="datetimeFigureOut">
              <a:rPr lang="en-ID" smtClean="0"/>
              <a:t>17/12/2023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B2CA5-43EA-6EDE-E996-459819E87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F2F33-6586-C974-FE6E-8D27E5764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17F1-8D88-4309-9E96-F4967AB932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508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CC8C1-8DDB-D561-89F3-5C65EE5B7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10C23-AD51-01A9-7237-022F4231F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346D1-6622-580C-8B84-808152C35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7E17B-0A26-0C89-2C34-77F80C4E3E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F67ED4-C34A-39F7-AC3D-68FDB9184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FDA47-D2EE-B982-58EA-53B38BD90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EF0F-3B51-4044-A0D0-962DB77B3801}" type="datetimeFigureOut">
              <a:rPr lang="en-ID" smtClean="0"/>
              <a:t>17/12/2023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059AA2-7E16-D8B2-6030-1A68A030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B5DAC2-D580-8591-C26A-F921CA847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17F1-8D88-4309-9E96-F4967AB932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202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C649D-81FA-5D91-1428-0484C0B0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EEB59-AE6A-A422-16CC-DA7D997DD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EF0F-3B51-4044-A0D0-962DB77B3801}" type="datetimeFigureOut">
              <a:rPr lang="en-ID" smtClean="0"/>
              <a:t>17/12/2023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0B5B91-BB5D-1EBE-2446-5D1A2C2E3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4A72AA-3124-53F9-CA0D-186DCE17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17F1-8D88-4309-9E96-F4967AB932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4999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71814-C767-4CCC-3A72-27BCCB06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EF0F-3B51-4044-A0D0-962DB77B3801}" type="datetimeFigureOut">
              <a:rPr lang="en-ID" smtClean="0"/>
              <a:t>17/12/2023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3AFE08-D398-AF88-06DF-A2E49B0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FE50-56AF-A743-145F-99962E97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17F1-8D88-4309-9E96-F4967AB932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25164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41B60-CA22-1988-45FE-40020116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6CD74-88A2-3048-B90E-30B393448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A3FA4-E500-A228-777C-A0F60E3D9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33E0A-4F79-8797-6203-C7C1683D5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EF0F-3B51-4044-A0D0-962DB77B3801}" type="datetimeFigureOut">
              <a:rPr lang="en-ID" smtClean="0"/>
              <a:t>17/12/2023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F6D8D-0753-5D54-D422-02E3926ED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5255E-4E62-F04D-F0F1-B7442651E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17F1-8D88-4309-9E96-F4967AB932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20804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D263C-EDCE-A1A8-A775-10A4FDD93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4EE80-6F11-846F-A5C0-3E94696B9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E5F9F-301E-006F-C724-E450D5E7B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BBA99-DCCA-19FF-7F29-F5BB9878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EF0F-3B51-4044-A0D0-962DB77B3801}" type="datetimeFigureOut">
              <a:rPr lang="en-ID" smtClean="0"/>
              <a:t>17/12/2023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7F8D7-B963-588B-0B3C-C1BD2A7E1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249CF-6C6D-A733-6551-377B97C5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17F1-8D88-4309-9E96-F4967AB932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1661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E51F-2C80-0420-ECE3-999FE9619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AB2AC-2569-978F-9B6D-5617C828F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B4D27-B842-3570-8ADA-E7BC031A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EF0F-3B51-4044-A0D0-962DB77B3801}" type="datetimeFigureOut">
              <a:rPr lang="en-ID" smtClean="0"/>
              <a:t>17/12/2023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8F579-CD24-F862-750C-8957B2C7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E49A2-C996-BD23-B417-4FD5F60E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17F1-8D88-4309-9E96-F4967AB932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9297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9C0D48-5F8A-3464-2D50-4C8D4876B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E901DD-8A66-EEEF-0400-5A3F90814B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76561-AD4C-230A-BACB-C408103F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EF0F-3B51-4044-A0D0-962DB77B3801}" type="datetimeFigureOut">
              <a:rPr lang="en-ID" smtClean="0"/>
              <a:t>17/12/2023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FEF95-975B-038B-9317-65B61ADD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C1E4D-FBE5-8EA7-A920-D3816B071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17F1-8D88-4309-9E96-F4967AB932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24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8125A0-E72C-56D1-D232-1306DD66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5C74-329C-2CEC-04FA-77680C855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E6A97-A4C0-23D3-992D-61453630E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DEF0F-3B51-4044-A0D0-962DB77B3801}" type="datetimeFigureOut">
              <a:rPr lang="en-ID" smtClean="0"/>
              <a:t>17/12/2023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EA697-E341-5066-7A2B-6080E23E0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07760-46A9-5663-F27E-AAABBBEAA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717F1-8D88-4309-9E96-F4967AB9328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538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F4C65-6115-A4E3-C5AF-2C1F7D6EA8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F06B5-A15C-1494-FEB6-0C40AEC641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4137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057E2FC-664C-18AC-14F2-0756636E95ED}"/>
              </a:ext>
            </a:extLst>
          </p:cNvPr>
          <p:cNvGrpSpPr/>
          <p:nvPr/>
        </p:nvGrpSpPr>
        <p:grpSpPr>
          <a:xfrm>
            <a:off x="140121" y="1014608"/>
            <a:ext cx="11620549" cy="4044880"/>
            <a:chOff x="140121" y="401859"/>
            <a:chExt cx="13380918" cy="465762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A140AB7-5EBC-910D-6C6E-16781BCB6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121" y="401860"/>
              <a:ext cx="4814980" cy="465762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90420A9-83A5-0CFC-80FD-CCF1E429A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0155" y="401860"/>
              <a:ext cx="3808348" cy="465762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9D3B603-1476-F42E-5D1E-EC99976C3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82717" y="401859"/>
              <a:ext cx="2938322" cy="2450197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B0F7ED6-004B-F114-50F7-9ED75DA20FAC}"/>
              </a:ext>
            </a:extLst>
          </p:cNvPr>
          <p:cNvSpPr txBox="1"/>
          <p:nvPr/>
        </p:nvSpPr>
        <p:spPr>
          <a:xfrm>
            <a:off x="75099" y="645276"/>
            <a:ext cx="259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F8DAC-598E-A525-54C5-EBE599A891E6}"/>
              </a:ext>
            </a:extLst>
          </p:cNvPr>
          <p:cNvSpPr txBox="1"/>
          <p:nvPr/>
        </p:nvSpPr>
        <p:spPr>
          <a:xfrm>
            <a:off x="4473675" y="645276"/>
            <a:ext cx="259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Unique Activity:</a:t>
            </a:r>
            <a:endParaRPr lang="en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A1B3BB-8ABE-6F60-4369-71F3DE0B2F3E}"/>
              </a:ext>
            </a:extLst>
          </p:cNvPr>
          <p:cNvSpPr txBox="1"/>
          <p:nvPr/>
        </p:nvSpPr>
        <p:spPr>
          <a:xfrm>
            <a:off x="9167783" y="645276"/>
            <a:ext cx="259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Unique Activity: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4313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D97389-CA7B-9050-FDBF-C30C5EB40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23" y="118600"/>
            <a:ext cx="4324954" cy="6620799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C7662CF6-0DCD-5B88-3023-51BA23735898}"/>
              </a:ext>
            </a:extLst>
          </p:cNvPr>
          <p:cNvSpPr/>
          <p:nvPr/>
        </p:nvSpPr>
        <p:spPr>
          <a:xfrm>
            <a:off x="4610100" y="431800"/>
            <a:ext cx="520700" cy="4749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485816-BD70-CDDE-BA02-39AF91793CE7}"/>
              </a:ext>
            </a:extLst>
          </p:cNvPr>
          <p:cNvSpPr/>
          <p:nvPr/>
        </p:nvSpPr>
        <p:spPr>
          <a:xfrm>
            <a:off x="254000" y="378460"/>
            <a:ext cx="3810000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E6C49A-0179-303F-0804-417963815560}"/>
              </a:ext>
            </a:extLst>
          </p:cNvPr>
          <p:cNvSpPr/>
          <p:nvPr/>
        </p:nvSpPr>
        <p:spPr>
          <a:xfrm>
            <a:off x="254000" y="5144022"/>
            <a:ext cx="3810000" cy="228600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EA76FE-576D-A405-755C-9A38E6FD38BC}"/>
              </a:ext>
            </a:extLst>
          </p:cNvPr>
          <p:cNvSpPr/>
          <p:nvPr/>
        </p:nvSpPr>
        <p:spPr>
          <a:xfrm>
            <a:off x="1508760" y="6365240"/>
            <a:ext cx="1051560" cy="228600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A8D240-B562-FF33-8507-04ACF0FB78A2}"/>
              </a:ext>
            </a:extLst>
          </p:cNvPr>
          <p:cNvSpPr/>
          <p:nvPr/>
        </p:nvSpPr>
        <p:spPr>
          <a:xfrm>
            <a:off x="396240" y="6365240"/>
            <a:ext cx="1051560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DDDFF7-9825-D508-16D2-84A9752502E1}"/>
              </a:ext>
            </a:extLst>
          </p:cNvPr>
          <p:cNvSpPr txBox="1"/>
          <p:nvPr/>
        </p:nvSpPr>
        <p:spPr>
          <a:xfrm>
            <a:off x="5454652" y="2345035"/>
            <a:ext cx="3213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Realtime Range is very different with the Rig Activity</a:t>
            </a:r>
          </a:p>
          <a:p>
            <a:r>
              <a:rPr lang="en-US" dirty="0"/>
              <a:t>Especially on the </a:t>
            </a:r>
            <a:r>
              <a:rPr lang="en-US" dirty="0" err="1"/>
              <a:t>EndDateTime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4BE858-8781-D7C9-49A5-08041A160DF7}"/>
              </a:ext>
            </a:extLst>
          </p:cNvPr>
          <p:cNvSpPr txBox="1"/>
          <p:nvPr/>
        </p:nvSpPr>
        <p:spPr>
          <a:xfrm>
            <a:off x="5267023" y="410700"/>
            <a:ext cx="3213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Case: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Company	: MCG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Wells		: IJN 2-1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44340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irsyad Hibatullah</dc:creator>
  <cp:lastModifiedBy>muhammad irsyad Hibatullah</cp:lastModifiedBy>
  <cp:revision>1</cp:revision>
  <dcterms:created xsi:type="dcterms:W3CDTF">2023-12-17T10:32:33Z</dcterms:created>
  <dcterms:modified xsi:type="dcterms:W3CDTF">2023-12-17T10:33:05Z</dcterms:modified>
</cp:coreProperties>
</file>